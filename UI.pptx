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76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64381-7EFC-9D4A-46E5-184644F53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A999A6-0C69-BA17-63B8-3BBE3D4375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4FC27A-C86C-282F-043E-AB974DAAC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A39FFE-7815-B252-B585-FF1FD6D3C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479281-9254-ABDB-3E2C-B48752EDA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916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EC7D2-ADF7-78BF-C8D9-9F90421E7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E52E9A-6176-7EB1-F70C-E0F9463CD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104A4E-A134-AE8F-9964-427F2811A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4E7252-A1FA-0571-1C72-500283912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265EEA-D3EE-0256-7FDF-17DCB93B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23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42341-7641-7794-55FA-C7A071EDF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A1823D-AC44-04D3-E653-7DB8AADB8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C10E35-F9BE-C17F-DE9C-D4F457215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15B964-5F7D-D0A1-5438-29558A521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8B93AA-8EC6-D182-9E3E-8BE541969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164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A676D8-3A04-7B26-6C0D-6ABE1CB2F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B2723D-3E08-BD88-3EBA-B68DA762D0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CB835E-731D-1BCE-556F-31627AC23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F7D172-7B73-7E28-E6A3-F009D38D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7EB201-5AE3-6F70-64A5-632186A03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BAA298-1873-B955-DEB9-B693E3690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655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5C4EFC-10C3-B037-B523-002D77D18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11F408-C00A-EAB8-A26C-C142971A5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67E50E-D586-22AA-FE90-89F14D02F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B77167-7789-0BCF-35AB-6AEEDD0879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9EB15F-1C3B-4EBB-8BDE-5FDF154F5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DA9065-C571-A746-553F-6D64E4AF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9FB51B4-3968-782A-CA23-9CB6997CC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912603-9299-F2D4-4A24-2A40FE688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866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0495C6-1881-6053-85FC-7E3698232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A9FB50-CE8E-C7C4-56F1-48363FA2A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F99D57-DC70-A46A-F414-9BF208733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77CC9A-C92B-A472-DF76-5110C17E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754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CFA7EDF-BF5C-3315-771A-A68EF01D6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2AB7DF-C5B2-2ADF-D737-07AA1B0B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DC431F-BCE0-82FA-7668-48690D39E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183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754B2-53D6-8429-B9CA-B432AC8A4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7D8552-2D5D-F76D-85BE-2BB05B225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662A6-D1C3-676A-A3C7-728A5E63F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009D53-FE68-8553-7424-0C283216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65BD23-77EE-DA84-82D7-9A191AB20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AB2196-8A61-8DCD-3E8B-1187F3F7F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322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5DFA0-AF61-BB9F-A54F-AC696AF8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D7A5D7-2DD9-3858-1EAB-F8E55FF021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2B5B0B-2033-156C-7298-3CA910912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B2D7DA-41D9-ADBF-7958-1FEB71010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5AC248-B1E7-87DF-687F-5B0D79C97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EDDDF0-DB2E-B269-FAC7-7884EE8BF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547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800E09-55E6-BA6E-7CBF-E46F0FE5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13950E-7EBB-BC14-CD47-EE529A9BA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330BB6-167E-0CD9-5ABB-52DEDB14C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415C18-48BC-4628-EFBC-412BF17EC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035766-FE9A-E832-5356-FDE66914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647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A5A588-2483-0F83-D899-940E0801F9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77138F-A241-7B83-4E38-F9C58941E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EF0218-6CA0-B22A-D987-6DB33D3C8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A283D9-9100-1270-7D0F-F7FD9386B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233C5-56B2-19CA-36A3-A2C04486D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267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4899AB1-7FE9-D1DE-D3E3-E96E3A40B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B6E7E0-9AEC-5DFB-7EAC-76E6A0D46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23A75E-1772-3D89-8E2F-F43729DAD5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F4243-01F6-402A-BD5A-4BF3AAF5FC46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3704A7-0DB5-6B0A-4C01-2E3EB9CDB4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D475EE-9E08-55BA-2F75-38AE03230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887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6B84A10-A5DF-2118-1785-4364FF4B9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573" y="906178"/>
            <a:ext cx="9476854" cy="5327121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7DF9693D-506F-8E30-E1A4-19EB0AAA60C9}"/>
              </a:ext>
            </a:extLst>
          </p:cNvPr>
          <p:cNvSpPr txBox="1">
            <a:spLocks/>
          </p:cNvSpPr>
          <p:nvPr/>
        </p:nvSpPr>
        <p:spPr>
          <a:xfrm>
            <a:off x="130679" y="98679"/>
            <a:ext cx="10515600" cy="590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+mn-ea"/>
                <a:ea typeface="+mn-ea"/>
              </a:rPr>
              <a:t>전투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35CB3F4-C1F0-8B86-5B11-E863CBABFF94}"/>
              </a:ext>
            </a:extLst>
          </p:cNvPr>
          <p:cNvSpPr/>
          <p:nvPr/>
        </p:nvSpPr>
        <p:spPr>
          <a:xfrm>
            <a:off x="8829675" y="1759404"/>
            <a:ext cx="1816604" cy="224109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667DA01-B4F3-8684-74F9-97BB6ECA6619}"/>
              </a:ext>
            </a:extLst>
          </p:cNvPr>
          <p:cNvCxnSpPr>
            <a:cxnSpLocks/>
          </p:cNvCxnSpPr>
          <p:nvPr/>
        </p:nvCxnSpPr>
        <p:spPr>
          <a:xfrm>
            <a:off x="6357257" y="1661474"/>
            <a:ext cx="2472418" cy="979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8899E5C-09AD-BCAE-D5F0-7E0E11A047F2}"/>
              </a:ext>
            </a:extLst>
          </p:cNvPr>
          <p:cNvSpPr txBox="1"/>
          <p:nvPr/>
        </p:nvSpPr>
        <p:spPr>
          <a:xfrm>
            <a:off x="2430236" y="989783"/>
            <a:ext cx="3927021" cy="23128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캐릭터 정보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이름</a:t>
            </a:r>
            <a:r>
              <a:rPr lang="en-US" altLang="ko-KR" sz="1400" dirty="0"/>
              <a:t>, </a:t>
            </a:r>
            <a:r>
              <a:rPr lang="ko-KR" altLang="en-US" sz="1400" dirty="0"/>
              <a:t>체력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포트레이트</a:t>
            </a:r>
            <a:r>
              <a:rPr lang="en-US" altLang="ko-KR" sz="1400" dirty="0"/>
              <a:t>, </a:t>
            </a:r>
            <a:r>
              <a:rPr lang="ko-KR" altLang="en-US" sz="1400" dirty="0"/>
              <a:t>장착 카드</a:t>
            </a:r>
            <a:r>
              <a:rPr lang="en-US" altLang="ko-KR" sz="1400" dirty="0"/>
              <a:t>, </a:t>
            </a:r>
            <a:r>
              <a:rPr lang="ko-KR" altLang="en-US" sz="1400" dirty="0"/>
              <a:t>변경 키 표시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현재 출전한 캐릭터 항목이 확대해서 표시</a:t>
            </a:r>
            <a:r>
              <a:rPr lang="en-US" altLang="ko-KR" sz="1400" dirty="0"/>
              <a:t>, </a:t>
            </a:r>
            <a:r>
              <a:rPr lang="ko-KR" altLang="en-US" sz="1400" dirty="0"/>
              <a:t>나머지 캐릭터들에 전환 키 표시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장착 카드는 현재 출전한 캐릭터에만 표시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쓰러진 캐릭터는 어둡게 표시</a:t>
            </a:r>
            <a:r>
              <a:rPr lang="en-US" altLang="ko-KR" sz="1400" dirty="0"/>
              <a:t>, </a:t>
            </a:r>
            <a:r>
              <a:rPr lang="ko-KR" altLang="en-US" sz="1400" dirty="0"/>
              <a:t>변경 키 끄기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543F5F-4A93-C6A2-E451-A5154EBB59BA}"/>
              </a:ext>
            </a:extLst>
          </p:cNvPr>
          <p:cNvSpPr/>
          <p:nvPr/>
        </p:nvSpPr>
        <p:spPr>
          <a:xfrm>
            <a:off x="8172449" y="5306786"/>
            <a:ext cx="2632983" cy="923975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7460862-A75D-3143-4588-FA94635D076C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7309808" y="5145203"/>
            <a:ext cx="862641" cy="1615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9201E08-72B4-1AC1-1831-00A1E01A58E5}"/>
              </a:ext>
            </a:extLst>
          </p:cNvPr>
          <p:cNvSpPr txBox="1"/>
          <p:nvPr/>
        </p:nvSpPr>
        <p:spPr>
          <a:xfrm>
            <a:off x="3382787" y="4635095"/>
            <a:ext cx="3927021" cy="1020216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무기 정보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무기 아이콘</a:t>
            </a:r>
            <a:r>
              <a:rPr lang="en-US" altLang="ko-KR" sz="1400" dirty="0"/>
              <a:t>, </a:t>
            </a:r>
            <a:r>
              <a:rPr lang="ko-KR" altLang="en-US" sz="1400" dirty="0"/>
              <a:t>변경 키 표시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현재 선택중인 무기에 노란색 표시</a:t>
            </a:r>
          </a:p>
        </p:txBody>
      </p:sp>
    </p:spTree>
    <p:extLst>
      <p:ext uri="{BB962C8B-B14F-4D97-AF65-F5344CB8AC3E}">
        <p14:creationId xmlns:p14="http://schemas.microsoft.com/office/powerpoint/2010/main" val="13281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022B8-C32C-DB20-50D3-BE8C091AB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542205B-88BC-653E-320F-0CF737E45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75" y="904702"/>
            <a:ext cx="9715450" cy="5473493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7AB75054-7262-ECAA-A3C0-4A94F9B26963}"/>
              </a:ext>
            </a:extLst>
          </p:cNvPr>
          <p:cNvSpPr txBox="1">
            <a:spLocks/>
          </p:cNvSpPr>
          <p:nvPr/>
        </p:nvSpPr>
        <p:spPr>
          <a:xfrm>
            <a:off x="130679" y="98679"/>
            <a:ext cx="10515600" cy="590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+mn-ea"/>
                <a:ea typeface="+mn-ea"/>
              </a:rPr>
              <a:t>전투</a:t>
            </a:r>
            <a:r>
              <a:rPr lang="en-US" altLang="ko-KR" sz="2800" b="1" dirty="0">
                <a:latin typeface="+mn-ea"/>
                <a:ea typeface="+mn-ea"/>
              </a:rPr>
              <a:t>/</a:t>
            </a:r>
            <a:r>
              <a:rPr lang="ko-KR" altLang="en-US" sz="2800" b="1" dirty="0">
                <a:latin typeface="+mn-ea"/>
                <a:ea typeface="+mn-ea"/>
              </a:rPr>
              <a:t>보스 </a:t>
            </a:r>
            <a:r>
              <a:rPr lang="ko-KR" altLang="en-US" sz="2800" b="1" dirty="0" err="1">
                <a:latin typeface="+mn-ea"/>
                <a:ea typeface="+mn-ea"/>
              </a:rPr>
              <a:t>체력바</a:t>
            </a:r>
            <a:endParaRPr lang="ko-KR" altLang="en-US" sz="2800" b="1" dirty="0"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6B27B6-33E6-F209-5C91-F7F7BA1B946B}"/>
              </a:ext>
            </a:extLst>
          </p:cNvPr>
          <p:cNvSpPr/>
          <p:nvPr/>
        </p:nvSpPr>
        <p:spPr>
          <a:xfrm>
            <a:off x="3033031" y="1387224"/>
            <a:ext cx="6049737" cy="63752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79ECAFB-D460-2E1A-17F9-9C219353624F}"/>
              </a:ext>
            </a:extLst>
          </p:cNvPr>
          <p:cNvCxnSpPr>
            <a:cxnSpLocks/>
            <a:stCxn id="10" idx="0"/>
            <a:endCxn id="7" idx="2"/>
          </p:cNvCxnSpPr>
          <p:nvPr/>
        </p:nvCxnSpPr>
        <p:spPr>
          <a:xfrm flipV="1">
            <a:off x="3901219" y="2024744"/>
            <a:ext cx="2156681" cy="15081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34B5426-70DE-BA11-B6D5-344B0B38DFE1}"/>
              </a:ext>
            </a:extLst>
          </p:cNvPr>
          <p:cNvSpPr txBox="1"/>
          <p:nvPr/>
        </p:nvSpPr>
        <p:spPr>
          <a:xfrm>
            <a:off x="1937708" y="3532917"/>
            <a:ext cx="3927021" cy="697050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err="1"/>
              <a:t>보스전</a:t>
            </a:r>
            <a:r>
              <a:rPr lang="ko-KR" altLang="en-US" sz="1400" dirty="0"/>
              <a:t> 중 표시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이름</a:t>
            </a:r>
            <a:r>
              <a:rPr lang="en-US" altLang="ko-KR" sz="1400"/>
              <a:t>, </a:t>
            </a:r>
            <a:r>
              <a:rPr lang="ko-KR" altLang="en-US" sz="1400"/>
              <a:t>체력 </a:t>
            </a:r>
            <a:r>
              <a:rPr lang="ko-KR" altLang="en-US" sz="1400" dirty="0"/>
              <a:t>게이지 표시</a:t>
            </a:r>
          </a:p>
        </p:txBody>
      </p:sp>
    </p:spTree>
    <p:extLst>
      <p:ext uri="{BB962C8B-B14F-4D97-AF65-F5344CB8AC3E}">
        <p14:creationId xmlns:p14="http://schemas.microsoft.com/office/powerpoint/2010/main" val="288053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5F997-762D-3EEC-5C9B-3EDBE6D57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44C8E5A3-126C-FD3D-0C92-896694E03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75" y="749577"/>
            <a:ext cx="10107436" cy="5763429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729C3D0F-6B19-E0E7-26B1-C40B251FCCA6}"/>
              </a:ext>
            </a:extLst>
          </p:cNvPr>
          <p:cNvSpPr txBox="1">
            <a:spLocks/>
          </p:cNvSpPr>
          <p:nvPr/>
        </p:nvSpPr>
        <p:spPr>
          <a:xfrm>
            <a:off x="130679" y="98679"/>
            <a:ext cx="10515600" cy="590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+mn-ea"/>
                <a:ea typeface="+mn-ea"/>
              </a:rPr>
              <a:t>전투</a:t>
            </a:r>
            <a:r>
              <a:rPr lang="en-US" altLang="ko-KR" sz="2800" b="1" dirty="0">
                <a:latin typeface="+mn-ea"/>
                <a:ea typeface="+mn-ea"/>
              </a:rPr>
              <a:t>/</a:t>
            </a:r>
            <a:r>
              <a:rPr lang="ko-KR" altLang="en-US" sz="2800" b="1" dirty="0">
                <a:latin typeface="+mn-ea"/>
                <a:ea typeface="+mn-ea"/>
              </a:rPr>
              <a:t>상호작용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E75636-F93F-2F8A-8C27-73A06340A9A9}"/>
              </a:ext>
            </a:extLst>
          </p:cNvPr>
          <p:cNvSpPr/>
          <p:nvPr/>
        </p:nvSpPr>
        <p:spPr>
          <a:xfrm>
            <a:off x="7090682" y="3968115"/>
            <a:ext cx="1538968" cy="509996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9CC0C45-4167-B090-F91E-63AB3C1883BF}"/>
              </a:ext>
            </a:extLst>
          </p:cNvPr>
          <p:cNvCxnSpPr>
            <a:cxnSpLocks/>
            <a:stCxn id="8" idx="0"/>
            <a:endCxn id="6" idx="1"/>
          </p:cNvCxnSpPr>
          <p:nvPr/>
        </p:nvCxnSpPr>
        <p:spPr>
          <a:xfrm>
            <a:off x="4636005" y="2410328"/>
            <a:ext cx="2454677" cy="18127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F37BC98-744F-733E-41EE-59C4058E0869}"/>
              </a:ext>
            </a:extLst>
          </p:cNvPr>
          <p:cNvSpPr txBox="1"/>
          <p:nvPr/>
        </p:nvSpPr>
        <p:spPr>
          <a:xfrm>
            <a:off x="2672494" y="2410328"/>
            <a:ext cx="3927021" cy="1020216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상호작용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상호작용 가능한 오브젝트 앞에서 표시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상호작용 불가능시 사용불가 표시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509CB82-90E9-DD68-0FFB-49F6FB0F28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169" t="54210" r="19582" b="28083"/>
          <a:stretch/>
        </p:blipFill>
        <p:spPr>
          <a:xfrm>
            <a:off x="6964136" y="2692582"/>
            <a:ext cx="2053318" cy="102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13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05332-8561-6921-628E-20D4AA2A7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9A89767-82E3-4CAB-5103-E5C16F2DFB96}"/>
              </a:ext>
            </a:extLst>
          </p:cNvPr>
          <p:cNvSpPr txBox="1">
            <a:spLocks/>
          </p:cNvSpPr>
          <p:nvPr/>
        </p:nvSpPr>
        <p:spPr>
          <a:xfrm>
            <a:off x="130679" y="98679"/>
            <a:ext cx="10515600" cy="590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+mn-ea"/>
                <a:ea typeface="+mn-ea"/>
              </a:rPr>
              <a:t>편성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38769DB-C481-F84F-4D79-B40A4BBF962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27" y="946547"/>
            <a:ext cx="7388679" cy="415613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D70A693-92C7-78C5-38A6-AECEEE3F5303}"/>
              </a:ext>
            </a:extLst>
          </p:cNvPr>
          <p:cNvSpPr/>
          <p:nvPr/>
        </p:nvSpPr>
        <p:spPr>
          <a:xfrm>
            <a:off x="1800226" y="1661474"/>
            <a:ext cx="4557032" cy="286154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54D591D-B7D9-1EF1-CF2C-0ABCBB797942}"/>
              </a:ext>
            </a:extLst>
          </p:cNvPr>
          <p:cNvCxnSpPr>
            <a:cxnSpLocks/>
          </p:cNvCxnSpPr>
          <p:nvPr/>
        </p:nvCxnSpPr>
        <p:spPr>
          <a:xfrm flipV="1">
            <a:off x="6357257" y="1484675"/>
            <a:ext cx="1774371" cy="1767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7E9AC06-C03F-425C-8B3E-46AC398F8809}"/>
              </a:ext>
            </a:extLst>
          </p:cNvPr>
          <p:cNvSpPr txBox="1"/>
          <p:nvPr/>
        </p:nvSpPr>
        <p:spPr>
          <a:xfrm>
            <a:off x="8131628" y="1062966"/>
            <a:ext cx="3927021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스테이지 별로 최대 </a:t>
            </a:r>
            <a:r>
              <a:rPr lang="en-US" altLang="ko-KR" sz="1400" dirty="0"/>
              <a:t>3</a:t>
            </a:r>
            <a:r>
              <a:rPr lang="ko-KR" altLang="en-US" sz="1400" dirty="0"/>
              <a:t>명 편성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드래그로 위치 변경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클릭 시 </a:t>
            </a:r>
            <a:r>
              <a:rPr lang="en-US" altLang="ko-KR" sz="1400" dirty="0"/>
              <a:t>[</a:t>
            </a:r>
            <a:r>
              <a:rPr lang="ko-KR" altLang="en-US" sz="1400" dirty="0"/>
              <a:t>캐릭터</a:t>
            </a:r>
            <a:r>
              <a:rPr lang="en-US" altLang="ko-KR" sz="1400" dirty="0"/>
              <a:t>]</a:t>
            </a:r>
            <a:r>
              <a:rPr lang="ko-KR" altLang="en-US" sz="1400" dirty="0"/>
              <a:t>로 이동</a:t>
            </a:r>
            <a:r>
              <a:rPr lang="en-US" altLang="ko-KR" sz="1400" dirty="0"/>
              <a:t>, </a:t>
            </a:r>
            <a:r>
              <a:rPr lang="ko-KR" altLang="en-US" sz="1400" dirty="0"/>
              <a:t>캐릭터 교체 가능</a:t>
            </a:r>
          </a:p>
        </p:txBody>
      </p:sp>
    </p:spTree>
    <p:extLst>
      <p:ext uri="{BB962C8B-B14F-4D97-AF65-F5344CB8AC3E}">
        <p14:creationId xmlns:p14="http://schemas.microsoft.com/office/powerpoint/2010/main" val="3352653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CF54F-0114-E0A7-35C1-EC1537790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937B8241-A576-0259-4C80-521DDE3E58CE}"/>
              </a:ext>
            </a:extLst>
          </p:cNvPr>
          <p:cNvSpPr txBox="1">
            <a:spLocks/>
          </p:cNvSpPr>
          <p:nvPr/>
        </p:nvSpPr>
        <p:spPr>
          <a:xfrm>
            <a:off x="130679" y="98679"/>
            <a:ext cx="10515600" cy="590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+mn-ea"/>
                <a:ea typeface="+mn-ea"/>
              </a:rPr>
              <a:t>멀티 로비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3466E8-D84A-B7AD-2391-DEA130A3257D}"/>
              </a:ext>
            </a:extLst>
          </p:cNvPr>
          <p:cNvSpPr txBox="1"/>
          <p:nvPr/>
        </p:nvSpPr>
        <p:spPr>
          <a:xfrm>
            <a:off x="8445954" y="1031683"/>
            <a:ext cx="3252157" cy="1666546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 err="1"/>
              <a:t>새로고침</a:t>
            </a:r>
            <a:r>
              <a:rPr lang="ko-KR" altLang="en-US" sz="1400" dirty="0"/>
              <a:t> 버튼 또는 </a:t>
            </a:r>
            <a:r>
              <a:rPr lang="en-US" altLang="ko-KR" sz="1400" dirty="0"/>
              <a:t>1</a:t>
            </a:r>
            <a:r>
              <a:rPr lang="ko-KR" altLang="en-US" sz="1400" dirty="0"/>
              <a:t>초마다 방 목록 불러옴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로비생성 버튼으로 방 생성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나가기 버튼으로 </a:t>
            </a:r>
            <a:r>
              <a:rPr lang="en-US" altLang="ko-KR" sz="1400" dirty="0"/>
              <a:t>[</a:t>
            </a:r>
            <a:r>
              <a:rPr lang="ko-KR" altLang="en-US" sz="1400" dirty="0"/>
              <a:t>메인</a:t>
            </a:r>
            <a:r>
              <a:rPr lang="en-US" altLang="ko-KR" sz="1400" dirty="0"/>
              <a:t>]</a:t>
            </a:r>
            <a:r>
              <a:rPr lang="ko-KR" altLang="en-US" sz="1400" dirty="0"/>
              <a:t>으로 이동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방 최대 인원은 </a:t>
            </a:r>
            <a:r>
              <a:rPr lang="en-US" altLang="ko-KR" sz="1400" dirty="0"/>
              <a:t>4</a:t>
            </a:r>
            <a:r>
              <a:rPr lang="ko-KR" altLang="en-US" sz="1400" dirty="0"/>
              <a:t>명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F403F72-D311-31D2-5559-AE9F0394D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460" y="1031683"/>
            <a:ext cx="7758793" cy="434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47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13ACA-3D26-B450-44EA-082704618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>
            <a:extLst>
              <a:ext uri="{FF2B5EF4-FFF2-40B4-BE49-F238E27FC236}">
                <a16:creationId xmlns:a16="http://schemas.microsoft.com/office/drawing/2014/main" id="{3D25863C-6223-49F0-B946-5C8391E5F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64" y="1033502"/>
            <a:ext cx="8496127" cy="4771145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3A49325A-5EFC-B5B6-478D-8207DB69CBAC}"/>
              </a:ext>
            </a:extLst>
          </p:cNvPr>
          <p:cNvSpPr txBox="1">
            <a:spLocks/>
          </p:cNvSpPr>
          <p:nvPr/>
        </p:nvSpPr>
        <p:spPr>
          <a:xfrm>
            <a:off x="130679" y="98679"/>
            <a:ext cx="10515600" cy="590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+mn-ea"/>
                <a:ea typeface="+mn-ea"/>
              </a:rPr>
              <a:t>멀티 로비</a:t>
            </a:r>
            <a:r>
              <a:rPr lang="en-US" altLang="ko-KR" sz="2800" b="1" dirty="0">
                <a:latin typeface="+mn-ea"/>
                <a:ea typeface="+mn-ea"/>
              </a:rPr>
              <a:t>/</a:t>
            </a:r>
            <a:r>
              <a:rPr lang="ko-KR" altLang="en-US" sz="2800" b="1" dirty="0">
                <a:latin typeface="+mn-ea"/>
                <a:ea typeface="+mn-ea"/>
              </a:rPr>
              <a:t>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932354-B8C9-C094-681D-249E78484FD0}"/>
              </a:ext>
            </a:extLst>
          </p:cNvPr>
          <p:cNvSpPr txBox="1"/>
          <p:nvPr/>
        </p:nvSpPr>
        <p:spPr>
          <a:xfrm>
            <a:off x="179564" y="5981727"/>
            <a:ext cx="3252157" cy="373885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- [</a:t>
            </a:r>
            <a:r>
              <a:rPr lang="ko-KR" altLang="en-US" sz="1400" dirty="0"/>
              <a:t>멀티 로비</a:t>
            </a:r>
            <a:r>
              <a:rPr lang="en-US" altLang="ko-KR" sz="1400" dirty="0"/>
              <a:t>]</a:t>
            </a:r>
            <a:r>
              <a:rPr lang="ko-KR" altLang="en-US" sz="1400" dirty="0"/>
              <a:t>로 이동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BE049783-67B6-B63E-A7BA-7AACE5E60EE9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1049111" y="5580289"/>
            <a:ext cx="756532" cy="4014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0FDB2C2-785B-A3A1-E30E-D2E55E73EE3A}"/>
              </a:ext>
            </a:extLst>
          </p:cNvPr>
          <p:cNvSpPr txBox="1"/>
          <p:nvPr/>
        </p:nvSpPr>
        <p:spPr>
          <a:xfrm>
            <a:off x="8869185" y="3609001"/>
            <a:ext cx="3252157" cy="697050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- [</a:t>
            </a:r>
            <a:r>
              <a:rPr lang="ko-KR" altLang="en-US" sz="1400" dirty="0"/>
              <a:t>멀티 로비</a:t>
            </a:r>
            <a:r>
              <a:rPr lang="en-US" altLang="ko-KR" sz="1400" dirty="0"/>
              <a:t>/</a:t>
            </a:r>
            <a:r>
              <a:rPr lang="ko-KR" altLang="en-US" sz="1400" dirty="0"/>
              <a:t>룸</a:t>
            </a:r>
            <a:r>
              <a:rPr lang="en-US" altLang="ko-KR" sz="1400" dirty="0"/>
              <a:t>/</a:t>
            </a:r>
            <a:r>
              <a:rPr lang="ko-KR" altLang="en-US" sz="1400" dirty="0"/>
              <a:t>스테이지 선택</a:t>
            </a:r>
            <a:r>
              <a:rPr lang="en-US" altLang="ko-KR" sz="1400" dirty="0"/>
              <a:t>]</a:t>
            </a:r>
            <a:r>
              <a:rPr lang="ko-KR" altLang="en-US" sz="1400" dirty="0"/>
              <a:t> 팝업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방장일 때만 표시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7DB8B93-9335-38D3-C461-23C47AECD99F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8503104" y="3957526"/>
            <a:ext cx="366081" cy="2530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283ED8F-F734-6B14-3C99-1AA8084E4F08}"/>
              </a:ext>
            </a:extLst>
          </p:cNvPr>
          <p:cNvSpPr txBox="1"/>
          <p:nvPr/>
        </p:nvSpPr>
        <p:spPr>
          <a:xfrm>
            <a:off x="8869185" y="4478137"/>
            <a:ext cx="3322815" cy="373885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- [</a:t>
            </a:r>
            <a:r>
              <a:rPr lang="ko-KR" altLang="en-US" sz="1400" dirty="0"/>
              <a:t>편성</a:t>
            </a:r>
            <a:r>
              <a:rPr lang="en-US" altLang="ko-KR" sz="1400" dirty="0"/>
              <a:t>]</a:t>
            </a:r>
            <a:r>
              <a:rPr lang="ko-KR" altLang="en-US" sz="1400" dirty="0"/>
              <a:t>으로 이동</a:t>
            </a:r>
            <a:r>
              <a:rPr lang="en-US" altLang="ko-KR" sz="1400" dirty="0"/>
              <a:t>, </a:t>
            </a:r>
            <a:r>
              <a:rPr lang="ko-KR" altLang="en-US" sz="1400" dirty="0"/>
              <a:t>멀티 전용 편성 수정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F6BFE07-383B-A64F-B0E0-EF386EC59B3E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8503104" y="4665080"/>
            <a:ext cx="36608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9F96C16-B8AF-37CE-25AB-F70C80420195}"/>
              </a:ext>
            </a:extLst>
          </p:cNvPr>
          <p:cNvSpPr txBox="1"/>
          <p:nvPr/>
        </p:nvSpPr>
        <p:spPr>
          <a:xfrm>
            <a:off x="8869185" y="5306499"/>
            <a:ext cx="3322815" cy="1343381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방장일 때 </a:t>
            </a:r>
            <a:r>
              <a:rPr lang="en-US" altLang="ko-KR" sz="1400" dirty="0"/>
              <a:t>: </a:t>
            </a:r>
            <a:r>
              <a:rPr lang="ko-KR" altLang="en-US" sz="1400" dirty="0"/>
              <a:t>게임시작 버튼</a:t>
            </a:r>
            <a:r>
              <a:rPr lang="en-US" altLang="ko-KR" sz="1400" dirty="0"/>
              <a:t>, </a:t>
            </a:r>
            <a:r>
              <a:rPr lang="ko-KR" altLang="en-US" sz="1400" dirty="0"/>
              <a:t>다른 모든 플레이어가 준비상태면 활성화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방장이 아닐 때 </a:t>
            </a:r>
            <a:r>
              <a:rPr lang="en-US" altLang="ko-KR" sz="1400" dirty="0"/>
              <a:t>: </a:t>
            </a:r>
            <a:r>
              <a:rPr lang="ko-KR" altLang="en-US" sz="1400" dirty="0"/>
              <a:t>게임준비 버튼</a:t>
            </a:r>
            <a:r>
              <a:rPr lang="en-US" altLang="ko-KR" sz="1400" dirty="0"/>
              <a:t>, </a:t>
            </a:r>
            <a:r>
              <a:rPr lang="ko-KR" altLang="en-US" sz="1400" dirty="0"/>
              <a:t>누르면 준비상태 </a:t>
            </a:r>
            <a:r>
              <a:rPr lang="ko-KR" altLang="en-US" sz="1400" dirty="0" err="1"/>
              <a:t>토글</a:t>
            </a:r>
            <a:endParaRPr lang="ko-KR" altLang="en-US" sz="1400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E0E2E30-3AF2-63A0-13CD-4D8BC3D8E8B6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8479156" y="5493441"/>
            <a:ext cx="390029" cy="4847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8B624D1-589D-5929-EE8A-DF77C494181F}"/>
              </a:ext>
            </a:extLst>
          </p:cNvPr>
          <p:cNvSpPr txBox="1"/>
          <p:nvPr/>
        </p:nvSpPr>
        <p:spPr>
          <a:xfrm>
            <a:off x="8798527" y="1785225"/>
            <a:ext cx="3322815" cy="373885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유저 이름</a:t>
            </a:r>
            <a:r>
              <a:rPr lang="en-US" altLang="ko-KR" sz="1400" dirty="0"/>
              <a:t>, </a:t>
            </a:r>
            <a:r>
              <a:rPr lang="ko-KR" altLang="en-US" sz="1400" dirty="0"/>
              <a:t>편성</a:t>
            </a:r>
            <a:r>
              <a:rPr lang="en-US" altLang="ko-KR" sz="1400" dirty="0"/>
              <a:t>, </a:t>
            </a:r>
            <a:r>
              <a:rPr lang="ko-KR" altLang="en-US" sz="1400" dirty="0"/>
              <a:t>준비상태 표시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27D5B82-2860-5B65-A799-F11D47CDA120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8408498" y="1972167"/>
            <a:ext cx="390029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58AAA29-5F31-83E8-AEDB-0CA5915E2767}"/>
              </a:ext>
            </a:extLst>
          </p:cNvPr>
          <p:cNvSpPr txBox="1"/>
          <p:nvPr/>
        </p:nvSpPr>
        <p:spPr>
          <a:xfrm>
            <a:off x="2445204" y="588289"/>
            <a:ext cx="3322815" cy="523220"/>
          </a:xfrm>
          <a:prstGeom prst="rect">
            <a:avLst/>
          </a:prstGeom>
          <a:solidFill>
            <a:srgbClr val="FFFFFF">
              <a:alpha val="50980"/>
            </a:srgbClr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채팅</a:t>
            </a:r>
            <a:endParaRPr lang="en-US" altLang="ko-KR" sz="1400" dirty="0"/>
          </a:p>
          <a:p>
            <a:r>
              <a:rPr lang="en-US" altLang="ko-KR" sz="1400" dirty="0"/>
              <a:t>- 50</a:t>
            </a:r>
            <a:r>
              <a:rPr lang="ko-KR" altLang="en-US" sz="1400" dirty="0"/>
              <a:t>자 제한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5E306767-6B66-614A-C755-EC01C9F28433}"/>
              </a:ext>
            </a:extLst>
          </p:cNvPr>
          <p:cNvCxnSpPr>
            <a:cxnSpLocks/>
          </p:cNvCxnSpPr>
          <p:nvPr/>
        </p:nvCxnSpPr>
        <p:spPr>
          <a:xfrm flipH="1">
            <a:off x="2392136" y="1107278"/>
            <a:ext cx="53068" cy="6779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995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1FA66-6E7A-9CC8-E13F-31AAC7B7F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4B42436-F529-E4EF-170B-50F49E96AAF6}"/>
              </a:ext>
            </a:extLst>
          </p:cNvPr>
          <p:cNvSpPr txBox="1">
            <a:spLocks/>
          </p:cNvSpPr>
          <p:nvPr/>
        </p:nvSpPr>
        <p:spPr>
          <a:xfrm>
            <a:off x="130679" y="98679"/>
            <a:ext cx="10515600" cy="590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+mn-ea"/>
                <a:ea typeface="+mn-ea"/>
              </a:rPr>
              <a:t>멀티 로비</a:t>
            </a:r>
            <a:r>
              <a:rPr lang="en-US" altLang="ko-KR" sz="2800" b="1" dirty="0">
                <a:latin typeface="+mn-ea"/>
                <a:ea typeface="+mn-ea"/>
              </a:rPr>
              <a:t>/</a:t>
            </a:r>
            <a:r>
              <a:rPr lang="ko-KR" altLang="en-US" sz="2800" b="1" dirty="0">
                <a:latin typeface="+mn-ea"/>
                <a:ea typeface="+mn-ea"/>
              </a:rPr>
              <a:t>룸</a:t>
            </a:r>
            <a:r>
              <a:rPr lang="en-US" altLang="ko-KR" sz="2800" b="1" dirty="0">
                <a:latin typeface="+mn-ea"/>
                <a:ea typeface="+mn-ea"/>
              </a:rPr>
              <a:t>/</a:t>
            </a:r>
            <a:r>
              <a:rPr lang="ko-KR" altLang="en-US" sz="2800" b="1" dirty="0">
                <a:latin typeface="+mn-ea"/>
                <a:ea typeface="+mn-ea"/>
              </a:rPr>
              <a:t>스테이지 선택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C221EF5-E73F-6AF9-8E40-F239F0854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79" y="1085724"/>
            <a:ext cx="8988880" cy="50779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C7D9B8-C10E-24BF-5F69-579981E5456E}"/>
              </a:ext>
            </a:extLst>
          </p:cNvPr>
          <p:cNvSpPr txBox="1"/>
          <p:nvPr/>
        </p:nvSpPr>
        <p:spPr>
          <a:xfrm>
            <a:off x="9270546" y="1085724"/>
            <a:ext cx="2755398" cy="523220"/>
          </a:xfrm>
          <a:prstGeom prst="rect">
            <a:avLst/>
          </a:prstGeom>
          <a:solidFill>
            <a:srgbClr val="FFFFFF">
              <a:alpha val="50980"/>
            </a:srgbClr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 </a:t>
            </a:r>
            <a:r>
              <a:rPr lang="ko-KR" altLang="en-US" sz="1400" dirty="0"/>
              <a:t>모든 스테이지 리스트 표시</a:t>
            </a:r>
            <a:endParaRPr lang="en-US" altLang="ko-KR" sz="1400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스테이지 변경 가능</a:t>
            </a:r>
          </a:p>
        </p:txBody>
      </p:sp>
    </p:spTree>
    <p:extLst>
      <p:ext uri="{BB962C8B-B14F-4D97-AF65-F5344CB8AC3E}">
        <p14:creationId xmlns:p14="http://schemas.microsoft.com/office/powerpoint/2010/main" val="3992244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1452</TotalTime>
  <Words>233</Words>
  <Application>Microsoft Office PowerPoint</Application>
  <PresentationFormat>와이드스크린</PresentationFormat>
  <Paragraphs>38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영범 이</dc:creator>
  <cp:lastModifiedBy>영범 이</cp:lastModifiedBy>
  <cp:revision>27</cp:revision>
  <dcterms:created xsi:type="dcterms:W3CDTF">2025-03-26T14:47:35Z</dcterms:created>
  <dcterms:modified xsi:type="dcterms:W3CDTF">2025-05-27T07:42:02Z</dcterms:modified>
</cp:coreProperties>
</file>